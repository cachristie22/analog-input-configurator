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44"/>
    <p:restoredTop sz="94632"/>
  </p:normalViewPr>
  <p:slideViewPr>
    <p:cSldViewPr snapToGrid="0">
      <p:cViewPr>
        <p:scale>
          <a:sx n="176" d="100"/>
          <a:sy n="176" d="100"/>
        </p:scale>
        <p:origin x="-440" y="-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35671-C240-51D2-D2CE-2A951A62C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933E02-D662-34B2-7011-F3BFE53791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A15D1-BF28-106D-75D7-EAE418D00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8E2C7-D36E-754A-BE09-5C417DB56F2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30782-3127-7625-60FA-7B9C246B5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A406F-2594-9D59-E8D9-5D7591D8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A441-BDE0-DC49-B94C-1105DC8F9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409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44795-91C8-EF0B-4EA8-4C1D5680A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05DA5-0200-8991-B5A0-7509C6359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6E150-1CF0-12FA-85B4-0ACFB58B6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8E2C7-D36E-754A-BE09-5C417DB56F2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2E54C-6084-CD01-2AB2-DB789EF06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EDA86-C4EC-6681-2A01-D57EE647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A441-BDE0-DC49-B94C-1105DC8F9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91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3CE6F-AAD0-9ECA-183A-24EEB1272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1C4CA-6010-FAB0-B7F3-8AEE6500F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2BEE4-606E-8B32-F379-1F6228738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8E2C7-D36E-754A-BE09-5C417DB56F2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F7660-CDE2-8907-3C72-94A1C259A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FF29C-4EDF-B1E6-FFA5-BDBA7119C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A441-BDE0-DC49-B94C-1105DC8F9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059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8C1A4-7551-AD2F-0021-995D15B2C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95D4D-8B3A-AA40-6994-BE351F544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A4150-8534-DF7D-8BB0-63990230E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84483-4B9F-90F0-C08E-2089BE34D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8E2C7-D36E-754A-BE09-5C417DB56F2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64809C-43B5-91BB-3AE2-719557CDA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D6905-2263-5884-6FDA-89023C386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A441-BDE0-DC49-B94C-1105DC8F9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267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4CD62-D0BC-8F3A-4DCB-973FB9ECE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0C81F-158F-B63B-3304-6C19ADD72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2F58F-D020-D5B5-2EFD-F49DE147D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60323D-7419-0312-BBFF-67D618048F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E5B9F6-29F3-B202-C3A7-19960EA538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14C251-9BBC-2D61-B77F-A833DAD72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8E2C7-D36E-754A-BE09-5C417DB56F2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C4ACB6-ADFB-B5D4-00DE-3E4195558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BC3803-21FC-0A30-6E3A-26BFB70E5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A441-BDE0-DC49-B94C-1105DC8F9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741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6E5C-E56F-C263-113D-E323858CD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50442F-A3B7-3B08-908D-7660EB004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8E2C7-D36E-754A-BE09-5C417DB56F2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F1D97B-DA45-D964-84FE-C23355E6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12C606-EFA0-BE48-09E2-23DD5B0CE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A441-BDE0-DC49-B94C-1105DC8F9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751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4AA03E-A475-B703-5686-A3C153E32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8E2C7-D36E-754A-BE09-5C417DB56F2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7DE6B2-8298-3717-F7B9-E271196DC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54E4E-42B3-836B-8E7E-EBC19117D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A441-BDE0-DC49-B94C-1105DC8F9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326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21073-C87C-15B5-2A8B-216175A67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5B326-4319-E205-807F-51CFB6747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E6F287-E7FF-6744-AAF3-71755E643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FD3E6-08BD-8AF9-2EE5-B4E87585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8E2C7-D36E-754A-BE09-5C417DB56F2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68A1BF-B29E-9FDB-B185-26B286E30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0CC22-15DF-4410-DDCE-D6484F5E3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A441-BDE0-DC49-B94C-1105DC8F9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790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BB47F-914E-377D-42AE-A17927D37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47E2AA-BE6D-8ACD-3586-2232A4B502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1DCDA6-EC38-2E63-5B70-2655C7539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648636-64F0-757B-226C-EF0CEB187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8E2C7-D36E-754A-BE09-5C417DB56F2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6D008-114F-34A5-ABC8-7227190B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E6104-1506-4910-4871-02BFE9E64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A441-BDE0-DC49-B94C-1105DC8F9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51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F1F49-4327-CCDF-ED52-71A2DA5D5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EF05E8-99B4-F68B-0803-FE42CBD1CE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66125-6AAA-88E2-6CA7-546346654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8E2C7-D36E-754A-BE09-5C417DB56F2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073A8-7891-1E05-0489-66997E14B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1D051-CBF9-EE91-0CE3-ECC08CBEC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A441-BDE0-DC49-B94C-1105DC8F9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41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CED532-B3C6-6340-02D1-719A0BD740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D88CB2-0224-862E-8948-FCFED64BE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BDE18-BB33-11D6-0EFC-DED092E43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8E2C7-D36E-754A-BE09-5C417DB56F2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97191-8C3B-CC30-E3E9-0CDFE3B0B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52F5A-3E81-D4E5-726B-CAE30496A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BA441-BDE0-DC49-B94C-1105DC8F9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65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4DC8FC-F9B4-87FF-521A-769BF2E7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60EC9-8536-E449-D3CB-F97BCAFB1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3B4DC-17EC-E6FA-7C59-29C33C155E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58E2C7-D36E-754A-BE09-5C417DB56F2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6ADA1-E91A-30FD-97B2-2053735528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C637F-F38E-D1BD-DC7B-23C5BDD7FB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7BA441-BDE0-DC49-B94C-1105DC8F9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158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21B563C-3154-FDF7-D30E-4CCB8523D201}"/>
              </a:ext>
            </a:extLst>
          </p:cNvPr>
          <p:cNvSpPr/>
          <p:nvPr/>
        </p:nvSpPr>
        <p:spPr>
          <a:xfrm>
            <a:off x="2305250" y="301085"/>
            <a:ext cx="7623208" cy="593878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ey electronic device with a screen&#10;&#10;AI-generated content may be incorrect.">
            <a:extLst>
              <a:ext uri="{FF2B5EF4-FFF2-40B4-BE49-F238E27FC236}">
                <a16:creationId xmlns:a16="http://schemas.microsoft.com/office/drawing/2014/main" id="{AC2819F0-4A5B-A5A6-5F51-A42EAB1CA4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55" t="13754" r="18594" b="20282"/>
          <a:stretch/>
        </p:blipFill>
        <p:spPr>
          <a:xfrm>
            <a:off x="4158113" y="943276"/>
            <a:ext cx="3917483" cy="452375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C29DF78-90BC-FAA3-2067-AC3864171FC7}"/>
              </a:ext>
            </a:extLst>
          </p:cNvPr>
          <p:cNvSpPr/>
          <p:nvPr/>
        </p:nvSpPr>
        <p:spPr>
          <a:xfrm>
            <a:off x="6758138" y="1698750"/>
            <a:ext cx="1134577" cy="9385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7E476C-5986-DC54-F42E-3B6344B6FF22}"/>
              </a:ext>
            </a:extLst>
          </p:cNvPr>
          <p:cNvSpPr txBox="1"/>
          <p:nvPr/>
        </p:nvSpPr>
        <p:spPr>
          <a:xfrm>
            <a:off x="6661430" y="1390973"/>
            <a:ext cx="10871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Function Keys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9981D9-869E-16F4-DF97-B480F888C585}"/>
              </a:ext>
            </a:extLst>
          </p:cNvPr>
          <p:cNvSpPr txBox="1"/>
          <p:nvPr/>
        </p:nvSpPr>
        <p:spPr>
          <a:xfrm>
            <a:off x="7689729" y="2791209"/>
            <a:ext cx="7072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Outputs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1F61A0-DC46-0EF9-6EDA-D98E8FF5ADEE}"/>
              </a:ext>
            </a:extLst>
          </p:cNvPr>
          <p:cNvSpPr txBox="1"/>
          <p:nvPr/>
        </p:nvSpPr>
        <p:spPr>
          <a:xfrm>
            <a:off x="7709433" y="3116591"/>
            <a:ext cx="5870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Power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B76BAB-722E-D094-CB45-1B132F99B6C1}"/>
              </a:ext>
            </a:extLst>
          </p:cNvPr>
          <p:cNvSpPr txBox="1"/>
          <p:nvPr/>
        </p:nvSpPr>
        <p:spPr>
          <a:xfrm>
            <a:off x="6758138" y="3412344"/>
            <a:ext cx="63030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Admin </a:t>
            </a:r>
          </a:p>
          <a:p>
            <a:r>
              <a:rPr lang="en-US" sz="1100" b="1" dirty="0">
                <a:solidFill>
                  <a:srgbClr val="FF0000"/>
                </a:solidFill>
              </a:rPr>
              <a:t>Log 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4C033E-8A4C-F3B2-866E-77C53F8D9977}"/>
              </a:ext>
            </a:extLst>
          </p:cNvPr>
          <p:cNvSpPr txBox="1"/>
          <p:nvPr/>
        </p:nvSpPr>
        <p:spPr>
          <a:xfrm>
            <a:off x="6442537" y="2706570"/>
            <a:ext cx="64152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Pause</a:t>
            </a:r>
          </a:p>
          <a:p>
            <a:r>
              <a:rPr lang="en-US" sz="1100" b="1" dirty="0">
                <a:solidFill>
                  <a:srgbClr val="FF0000"/>
                </a:solidFill>
              </a:rPr>
              <a:t>Alarms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D60C51F-5E0F-F8B4-9A21-ABAE8E053C1A}"/>
              </a:ext>
            </a:extLst>
          </p:cNvPr>
          <p:cNvCxnSpPr>
            <a:cxnSpLocks/>
          </p:cNvCxnSpPr>
          <p:nvPr/>
        </p:nvCxnSpPr>
        <p:spPr>
          <a:xfrm flipV="1">
            <a:off x="4458603" y="2935964"/>
            <a:ext cx="328716" cy="49119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957E382-7986-B256-443B-A06C8C880BE6}"/>
              </a:ext>
            </a:extLst>
          </p:cNvPr>
          <p:cNvCxnSpPr>
            <a:cxnSpLocks/>
          </p:cNvCxnSpPr>
          <p:nvPr/>
        </p:nvCxnSpPr>
        <p:spPr>
          <a:xfrm flipV="1">
            <a:off x="5018427" y="2922013"/>
            <a:ext cx="153188" cy="50883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063933-E779-EF83-45B2-2A530A7ADBA8}"/>
              </a:ext>
            </a:extLst>
          </p:cNvPr>
          <p:cNvCxnSpPr>
            <a:cxnSpLocks/>
          </p:cNvCxnSpPr>
          <p:nvPr/>
        </p:nvCxnSpPr>
        <p:spPr>
          <a:xfrm flipH="1" flipV="1">
            <a:off x="5540781" y="2935964"/>
            <a:ext cx="25077" cy="126065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26F8D60-0236-25B8-868D-127C04786A28}"/>
              </a:ext>
            </a:extLst>
          </p:cNvPr>
          <p:cNvCxnSpPr>
            <a:cxnSpLocks/>
          </p:cNvCxnSpPr>
          <p:nvPr/>
        </p:nvCxnSpPr>
        <p:spPr>
          <a:xfrm flipH="1" flipV="1">
            <a:off x="5911927" y="2982988"/>
            <a:ext cx="65723" cy="87505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2147811-F1C8-B3B1-5A85-161FD2514369}"/>
              </a:ext>
            </a:extLst>
          </p:cNvPr>
          <p:cNvCxnSpPr>
            <a:cxnSpLocks/>
          </p:cNvCxnSpPr>
          <p:nvPr/>
        </p:nvCxnSpPr>
        <p:spPr>
          <a:xfrm flipH="1" flipV="1">
            <a:off x="6281230" y="2922013"/>
            <a:ext cx="249274" cy="134197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8CEA184-3173-311D-A2C7-AD5B9F78AA1F}"/>
              </a:ext>
            </a:extLst>
          </p:cNvPr>
          <p:cNvSpPr txBox="1"/>
          <p:nvPr/>
        </p:nvSpPr>
        <p:spPr>
          <a:xfrm>
            <a:off x="3919143" y="3412343"/>
            <a:ext cx="90601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Channel </a:t>
            </a:r>
          </a:p>
          <a:p>
            <a:r>
              <a:rPr lang="en-US" sz="1100" b="1" dirty="0">
                <a:solidFill>
                  <a:srgbClr val="FF0000"/>
                </a:solidFill>
              </a:rPr>
              <a:t>Scroll </a:t>
            </a:r>
          </a:p>
          <a:p>
            <a:r>
              <a:rPr lang="en-US" sz="1100" b="1" dirty="0">
                <a:solidFill>
                  <a:srgbClr val="FF0000"/>
                </a:solidFill>
              </a:rPr>
              <a:t>play/pause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741635-58DC-D449-A90D-95D552B2B47D}"/>
              </a:ext>
            </a:extLst>
          </p:cNvPr>
          <p:cNvSpPr txBox="1"/>
          <p:nvPr/>
        </p:nvSpPr>
        <p:spPr>
          <a:xfrm>
            <a:off x="4773642" y="3427158"/>
            <a:ext cx="6623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Manual</a:t>
            </a:r>
          </a:p>
          <a:p>
            <a:r>
              <a:rPr lang="en-US" sz="1100" b="1" dirty="0">
                <a:solidFill>
                  <a:srgbClr val="FF0000"/>
                </a:solidFill>
              </a:rPr>
              <a:t>Scroll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04078C-17F3-9305-2218-296965D338A7}"/>
              </a:ext>
            </a:extLst>
          </p:cNvPr>
          <p:cNvSpPr txBox="1"/>
          <p:nvPr/>
        </p:nvSpPr>
        <p:spPr>
          <a:xfrm>
            <a:off x="5249566" y="4204458"/>
            <a:ext cx="72808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Channel</a:t>
            </a:r>
          </a:p>
          <a:p>
            <a:r>
              <a:rPr lang="en-US" sz="1100" b="1" dirty="0">
                <a:solidFill>
                  <a:srgbClr val="FF0000"/>
                </a:solidFill>
              </a:rPr>
              <a:t>List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F8F53C-CCCB-01FD-900E-05E6A41602EC}"/>
              </a:ext>
            </a:extLst>
          </p:cNvPr>
          <p:cNvSpPr txBox="1"/>
          <p:nvPr/>
        </p:nvSpPr>
        <p:spPr>
          <a:xfrm>
            <a:off x="5694091" y="3815808"/>
            <a:ext cx="6367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Alarm</a:t>
            </a:r>
          </a:p>
          <a:p>
            <a:r>
              <a:rPr lang="en-US" sz="1100" b="1" dirty="0">
                <a:solidFill>
                  <a:srgbClr val="FF0000"/>
                </a:solidFill>
              </a:rPr>
              <a:t>Screen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3697CA-A0A9-6A38-0CB2-7920B85B6E65}"/>
              </a:ext>
            </a:extLst>
          </p:cNvPr>
          <p:cNvSpPr txBox="1"/>
          <p:nvPr/>
        </p:nvSpPr>
        <p:spPr>
          <a:xfrm>
            <a:off x="6502087" y="4107992"/>
            <a:ext cx="13917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>
                <a:solidFill>
                  <a:srgbClr val="FF0000"/>
                </a:solidFill>
              </a:rPr>
              <a:t>Configuration</a:t>
            </a:r>
          </a:p>
          <a:p>
            <a:r>
              <a:rPr lang="en-US" sz="1100" b="1" dirty="0">
                <a:solidFill>
                  <a:srgbClr val="FF0000"/>
                </a:solidFill>
              </a:rPr>
              <a:t>And System Status</a:t>
            </a:r>
          </a:p>
        </p:txBody>
      </p:sp>
    </p:spTree>
    <p:extLst>
      <p:ext uri="{BB962C8B-B14F-4D97-AF65-F5344CB8AC3E}">
        <p14:creationId xmlns:p14="http://schemas.microsoft.com/office/powerpoint/2010/main" val="3955795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</Words>
  <Application>Microsoft Macintosh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Charles Christie</dc:creator>
  <cp:lastModifiedBy>Charles Christie</cp:lastModifiedBy>
  <cp:revision>2</cp:revision>
  <dcterms:created xsi:type="dcterms:W3CDTF">2025-11-05T06:03:34Z</dcterms:created>
  <dcterms:modified xsi:type="dcterms:W3CDTF">2025-11-05T06:15:17Z</dcterms:modified>
</cp:coreProperties>
</file>